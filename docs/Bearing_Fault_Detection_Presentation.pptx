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346947"/>
            <a:ext cx="7667244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4282763"/>
            <a:ext cx="7667244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47522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66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75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8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6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3376" y="6282268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51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4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480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06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4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00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72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84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840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60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F58C7-34F4-5B5C-A208-7A70FB964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61056-76A1-3322-B73F-F72F41A7F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1"/>
            <a:ext cx="5646174" cy="2583033"/>
          </a:xfrm>
        </p:spPr>
        <p:txBody>
          <a:bodyPr>
            <a:normAutofit/>
          </a:bodyPr>
          <a:lstStyle/>
          <a:p>
            <a:r>
              <a:rPr dirty="0"/>
              <a:t>Bearing Fault Detection and Classification Using Machine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92CCBA-69E7-929E-7B7A-93325A95D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922" y="3205316"/>
            <a:ext cx="4702277" cy="2966884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6" descr="Anna university Logo PNG Vector (CDR) Free Download">
            <a:extLst>
              <a:ext uri="{FF2B5EF4-FFF2-40B4-BE49-F238E27FC236}">
                <a16:creationId xmlns:a16="http://schemas.microsoft.com/office/drawing/2014/main" id="{80E4B818-024E-1220-8266-FA34E3565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8190" y="761974"/>
            <a:ext cx="1260907" cy="1359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B7CA20-9A9B-B533-83DB-95D430A95B7C}"/>
              </a:ext>
            </a:extLst>
          </p:cNvPr>
          <p:cNvSpPr txBox="1"/>
          <p:nvPr/>
        </p:nvSpPr>
        <p:spPr>
          <a:xfrm>
            <a:off x="4572000" y="3765756"/>
            <a:ext cx="37460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BY:</a:t>
            </a:r>
          </a:p>
          <a:p>
            <a:endParaRPr lang="en-US" dirty="0"/>
          </a:p>
          <a:p>
            <a:r>
              <a:rPr lang="en-US" dirty="0"/>
              <a:t>ANGELINA CELINE S- 950022104028</a:t>
            </a:r>
          </a:p>
          <a:p>
            <a:r>
              <a:rPr lang="en-US" dirty="0"/>
              <a:t>Department of Computer Science Engineering</a:t>
            </a:r>
          </a:p>
          <a:p>
            <a:r>
              <a:rPr lang="en-US" dirty="0"/>
              <a:t>Anna University Regional Campus Tirunelveli </a:t>
            </a:r>
          </a:p>
          <a:p>
            <a:r>
              <a:rPr lang="en-US" dirty="0"/>
              <a:t>Month &amp; Year: November 2025</a:t>
            </a:r>
          </a:p>
        </p:txBody>
      </p:sp>
    </p:spTree>
    <p:extLst>
      <p:ext uri="{BB962C8B-B14F-4D97-AF65-F5344CB8AC3E}">
        <p14:creationId xmlns:p14="http://schemas.microsoft.com/office/powerpoint/2010/main" val="1989839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Bearing Fault Detection and Classification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993" y="2802194"/>
            <a:ext cx="7583130" cy="3028335"/>
          </a:xfrm>
        </p:spPr>
        <p:txBody>
          <a:bodyPr/>
          <a:lstStyle/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3200" dirty="0"/>
              <a:t> </a:t>
            </a:r>
            <a:r>
              <a:rPr sz="3200" dirty="0"/>
              <a:t>Detect faults in rotating machinery bearings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3200" dirty="0"/>
              <a:t> </a:t>
            </a:r>
            <a:r>
              <a:rPr sz="3200" dirty="0"/>
              <a:t>Classify normal and faulty conditions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3200" dirty="0"/>
              <a:t> </a:t>
            </a:r>
            <a:r>
              <a:rPr sz="3200" dirty="0"/>
              <a:t>Improve predictive maintenance and reliability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212258"/>
            <a:ext cx="7772400" cy="3539613"/>
          </a:xfrm>
        </p:spPr>
        <p:txBody>
          <a:bodyPr>
            <a:normAutofit/>
          </a:bodyPr>
          <a:lstStyle/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3200" dirty="0"/>
              <a:t> </a:t>
            </a:r>
            <a:r>
              <a:rPr sz="3200" dirty="0"/>
              <a:t>Bearings are critical in rotating </a:t>
            </a:r>
            <a:r>
              <a:rPr lang="en-US" sz="3200" dirty="0"/>
              <a:t>  </a:t>
            </a:r>
            <a:r>
              <a:rPr sz="3200" dirty="0"/>
              <a:t>machines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3200" dirty="0"/>
              <a:t> </a:t>
            </a:r>
            <a:r>
              <a:rPr sz="3200" dirty="0"/>
              <a:t>Faults lead to operational disruption and high maintenance cost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3200" dirty="0"/>
              <a:t> </a:t>
            </a:r>
            <a:r>
              <a:rPr sz="3200" dirty="0"/>
              <a:t>Traditional vibration analysis needs domain experts &amp; is not scalable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21408"/>
            <a:ext cx="7327490" cy="4050792"/>
          </a:xfrm>
        </p:spPr>
        <p:txBody>
          <a:bodyPr>
            <a:normAutofit fontScale="92500"/>
          </a:bodyPr>
          <a:lstStyle/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sz="3600" dirty="0"/>
              <a:t> Detect and classify bearing faults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sz="3600" dirty="0"/>
              <a:t> Compare ML and Deep Learning </a:t>
            </a:r>
            <a:r>
              <a:rPr lang="en-US" sz="3600" dirty="0"/>
              <a:t>       </a:t>
            </a:r>
            <a:r>
              <a:rPr sz="3600" dirty="0"/>
              <a:t>approaches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sz="3600" dirty="0"/>
              <a:t> Use benchmark CWRU &amp; Paderborn datasets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sz="3600" dirty="0"/>
              <a:t> Evaluate models using accuracy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658" y="1954260"/>
            <a:ext cx="7772400" cy="405079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sz="3600" dirty="0"/>
              <a:t> CWRU (Case Western Reserve University) dataset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3600" dirty="0"/>
              <a:t> Paderborn University bearing dataset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3600" dirty="0"/>
              <a:t> Combined dataset improves generalization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21408"/>
            <a:ext cx="3709219" cy="4050792"/>
          </a:xfrm>
        </p:spPr>
        <p:txBody>
          <a:bodyPr/>
          <a:lstStyle/>
          <a:p>
            <a:r>
              <a:rPr dirty="0"/>
              <a:t> Data collection (CWRU + Paderborn)</a:t>
            </a:r>
          </a:p>
          <a:p>
            <a:r>
              <a:rPr dirty="0"/>
              <a:t> Feature extraction (RMS, kurtosis, skewness etc.)</a:t>
            </a:r>
          </a:p>
          <a:p>
            <a:r>
              <a:rPr dirty="0"/>
              <a:t> Feature scaling &amp; label encoding</a:t>
            </a:r>
          </a:p>
          <a:p>
            <a:r>
              <a:rPr dirty="0"/>
              <a:t> Train-test split &amp; cross-validation</a:t>
            </a:r>
          </a:p>
          <a:p>
            <a:r>
              <a:rPr dirty="0"/>
              <a:t> Model training &amp; performance evaluation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F8949-8414-4404-95CB-AAEE00380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181" y="1809136"/>
            <a:ext cx="4572000" cy="41885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600" dirty="0"/>
              <a:t> Support Vector Machine (RBF Kernel)</a:t>
            </a:r>
          </a:p>
          <a:p>
            <a:r>
              <a:rPr sz="3600" dirty="0"/>
              <a:t> K-Nearest Neighbors (KNN)</a:t>
            </a:r>
          </a:p>
          <a:p>
            <a:r>
              <a:rPr sz="3600" dirty="0"/>
              <a:t> Decision Tree</a:t>
            </a:r>
          </a:p>
          <a:p>
            <a:r>
              <a:rPr sz="3600" dirty="0"/>
              <a:t> 1D Convolutional Neural Network (1D-CNN)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Model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4050792"/>
          </a:xfrm>
        </p:spPr>
        <p:txBody>
          <a:bodyPr>
            <a:normAutofit/>
          </a:bodyPr>
          <a:lstStyle/>
          <a:p>
            <a:r>
              <a:rPr sz="3600" dirty="0"/>
              <a:t> SVM: RBF kernel, highest accuracy (93.18%)</a:t>
            </a:r>
          </a:p>
          <a:p>
            <a:r>
              <a:rPr sz="3600" dirty="0"/>
              <a:t> KNN: k=5</a:t>
            </a:r>
          </a:p>
          <a:p>
            <a:r>
              <a:rPr sz="3600" dirty="0"/>
              <a:t> Decision Tree: depth=5</a:t>
            </a:r>
          </a:p>
          <a:p>
            <a:r>
              <a:rPr sz="3600" dirty="0"/>
              <a:t> 1D-CNN learns from raw signals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2121408"/>
            <a:ext cx="7111181" cy="3404321"/>
          </a:xfrm>
        </p:spPr>
        <p:txBody>
          <a:bodyPr>
            <a:normAutofit/>
          </a:bodyPr>
          <a:lstStyle/>
          <a:p>
            <a:r>
              <a:rPr sz="3600" dirty="0"/>
              <a:t> SVM: 93.18% accuracy</a:t>
            </a:r>
          </a:p>
          <a:p>
            <a:r>
              <a:rPr sz="3600" dirty="0"/>
              <a:t> KNN: 91.95% accuracy</a:t>
            </a:r>
          </a:p>
          <a:p>
            <a:r>
              <a:rPr sz="3600" dirty="0"/>
              <a:t> 1D-CNN: 91.88% accuracy</a:t>
            </a:r>
          </a:p>
          <a:p>
            <a:r>
              <a:rPr sz="3600" dirty="0"/>
              <a:t> Decision Tree: 66%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12FB6-3F98-65F5-C3BA-95B3FFA48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8EDE2-906E-129D-8E37-E55225199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pic>
        <p:nvPicPr>
          <p:cNvPr id="4" name="image3.png">
            <a:extLst>
              <a:ext uri="{FF2B5EF4-FFF2-40B4-BE49-F238E27FC236}">
                <a16:creationId xmlns:a16="http://schemas.microsoft.com/office/drawing/2014/main" id="{EB1C9B00-BE71-4F96-9691-22C63B689E7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525530" y="2352778"/>
            <a:ext cx="5730875" cy="3784600"/>
          </a:xfrm>
          <a:prstGeom prst="rect">
            <a:avLst/>
          </a:prstGeom>
          <a:ln/>
        </p:spPr>
      </p:pic>
      <p:pic>
        <p:nvPicPr>
          <p:cNvPr id="5" name="image2.png">
            <a:extLst>
              <a:ext uri="{FF2B5EF4-FFF2-40B4-BE49-F238E27FC236}">
                <a16:creationId xmlns:a16="http://schemas.microsoft.com/office/drawing/2014/main" id="{1C337B02-42AF-03E7-0A41-0C89DF78D75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8491" y="2188494"/>
            <a:ext cx="4178710" cy="378142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06493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 SVM best for feature-based learning</a:t>
            </a:r>
          </a:p>
          <a:p>
            <a:r>
              <a:rPr sz="3200" dirty="0"/>
              <a:t> CNN close second, raw signal classification</a:t>
            </a:r>
          </a:p>
          <a:p>
            <a:r>
              <a:rPr sz="3200" dirty="0"/>
              <a:t> Decision Tree weaker due to complex data</a:t>
            </a:r>
          </a:p>
          <a:p>
            <a:r>
              <a:rPr sz="3200" dirty="0"/>
              <a:t> Combined datasets improved robustness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600" dirty="0"/>
              <a:t> </a:t>
            </a:r>
            <a:r>
              <a:rPr sz="3200" dirty="0"/>
              <a:t>ML &amp; DL effective for bearing fault diagnosis</a:t>
            </a:r>
          </a:p>
          <a:p>
            <a:r>
              <a:rPr sz="3200" dirty="0"/>
              <a:t> SVM highest accuracy (93.18%)</a:t>
            </a:r>
          </a:p>
          <a:p>
            <a:r>
              <a:rPr sz="3200" dirty="0"/>
              <a:t> CNN works without feature engineering</a:t>
            </a:r>
          </a:p>
          <a:p>
            <a:r>
              <a:rPr sz="3200" dirty="0"/>
              <a:t> Future: real‑time deployment &amp; multi‑sensor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661B5-C890-296A-6E3D-0D93768AC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3321-FCBB-14AB-CE8E-7DFE32C69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3" y="108156"/>
            <a:ext cx="2595716" cy="707922"/>
          </a:xfrm>
        </p:spPr>
        <p:txBody>
          <a:bodyPr>
            <a:normAutofit/>
          </a:bodyPr>
          <a:lstStyle/>
          <a:p>
            <a:r>
              <a:rPr sz="2800" dirty="0"/>
              <a:t>C</a:t>
            </a:r>
            <a:r>
              <a:rPr lang="en-US" sz="2800" dirty="0"/>
              <a:t>ertification</a:t>
            </a:r>
            <a:endParaRPr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1DC0F-89F8-04E4-033D-CDB077425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36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E8E21-BB58-FF07-FF4E-B159B542D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000" y="816079"/>
            <a:ext cx="4847716" cy="604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9684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48</TotalTime>
  <Words>329</Words>
  <Application>Microsoft Office PowerPoint</Application>
  <PresentationFormat>On-screen Show (4:3)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Georgia</vt:lpstr>
      <vt:lpstr>Trebuchet MS</vt:lpstr>
      <vt:lpstr>Wingdings</vt:lpstr>
      <vt:lpstr>Wood Type</vt:lpstr>
      <vt:lpstr>Bearing Fault Detection and Classification Using Machine Learning</vt:lpstr>
      <vt:lpstr>Bearing Fault Detection and Classification Using Machine Learning</vt:lpstr>
      <vt:lpstr>Problem Statement</vt:lpstr>
      <vt:lpstr>Objective</vt:lpstr>
      <vt:lpstr>Datasets Used</vt:lpstr>
      <vt:lpstr>Methodology Overview</vt:lpstr>
      <vt:lpstr>Algorithms Used</vt:lpstr>
      <vt:lpstr>Key Model Details</vt:lpstr>
      <vt:lpstr>Performance Metrics</vt:lpstr>
      <vt:lpstr>Performance Metrics</vt:lpstr>
      <vt:lpstr>Results Highlights</vt:lpstr>
      <vt:lpstr>Conclusion</vt:lpstr>
      <vt:lpstr>Certification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Angelina Celine</cp:lastModifiedBy>
  <cp:revision>3</cp:revision>
  <dcterms:created xsi:type="dcterms:W3CDTF">2013-01-27T09:14:16Z</dcterms:created>
  <dcterms:modified xsi:type="dcterms:W3CDTF">2025-11-11T02:21:29Z</dcterms:modified>
  <cp:category/>
</cp:coreProperties>
</file>